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731752" y="0"/>
            <a:ext cx="457200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캡스톤 디자인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E94F37"/>
                </a:solidFill>
              </a:rPr>
              <a:t>3D BackRoom 파트  |  작업 내역 정리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3383280"/>
            <a:ext cx="4873752" cy="36576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3566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8D0E0"/>
                </a:solidFill>
              </a:rPr>
              <a:t>담당자 :  GODOFPINGU (변우석)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04164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8D0E0"/>
                </a:solidFill>
              </a:rPr>
              <a:t>기  간 :  2026년 4월 26일 ~ 6월 22일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4517136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8D0E0"/>
                </a:solidFill>
              </a:rPr>
              <a:t>엔  진 :  Unity 6  /  HDRP 17.4.0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992624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8D0E0"/>
                </a:solidFill>
              </a:rPr>
              <a:t>담  당 :  3D BackRoom 파트 전체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0E0"/>
                </a:solidFill>
              </a:rPr>
              <a:t>Contents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486400" cy="685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54864" cy="6858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7218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94F37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45389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초기 환경 설정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7647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HDRP 세팅, 레벨 디자인, 플레이어 배치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221992"/>
            <a:ext cx="5486400" cy="685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221992"/>
            <a:ext cx="54864" cy="6858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27685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94F37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2585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BackRoom 씬 기초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56946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플레이어 컨트롤러, 인벤토리, 수중 트리거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026664"/>
            <a:ext cx="5486400" cy="685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026664"/>
            <a:ext cx="54864" cy="6858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08152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94F37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063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사운드 시스템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3741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발소리, 배경음, 수중음, 형광등, 비명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831336"/>
            <a:ext cx="5486400" cy="685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831336"/>
            <a:ext cx="54864" cy="6858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8862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94F37"/>
                </a:solidFill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38679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형광등 시스템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1788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개별 깜빡임, 전체 암전, Point Light 페어링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636008"/>
            <a:ext cx="5486400" cy="685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4636008"/>
            <a:ext cx="54864" cy="6858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6908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94F37"/>
                </a:solidFill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67258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몬스터 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983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시야 감지, NavMesh 추격, 킬 거리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440680"/>
            <a:ext cx="5486400" cy="685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5440680"/>
            <a:ext cx="54864" cy="6858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549554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94F37"/>
                </a:solidFill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47725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몬스터 스폰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57881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랜덤 위치, 물속/끼임 방지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1417320"/>
            <a:ext cx="5486400" cy="685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09360" y="1417320"/>
            <a:ext cx="54864" cy="6858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147218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94F37"/>
                </a:solidFill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145389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문 / 탈출 시스템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17647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열쇠 문, 슬라이드, 씬 전환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2221992"/>
            <a:ext cx="5486400" cy="685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09360" y="2221992"/>
            <a:ext cx="54864" cy="6858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6520" y="227685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94F37"/>
                </a:solidFill>
              </a:rPr>
              <a:t>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22585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수중 / 바다 시스템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0" y="256946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수영, 침강, 산소, 언더워터 이펙트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60" y="3026664"/>
            <a:ext cx="5486400" cy="685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09360" y="3026664"/>
            <a:ext cx="54864" cy="6858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46520" y="308152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94F37"/>
                </a:solidFill>
              </a:rPr>
              <a:t>09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49440" y="3063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죽음 연출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49440" y="33741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3단계 카메라 연출 + 슬로우모션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60" y="3831336"/>
            <a:ext cx="5486400" cy="685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09360" y="3831336"/>
            <a:ext cx="54864" cy="6858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46520" y="38862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94F37"/>
                </a:solidFill>
              </a:rP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49440" y="38679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포스트 프로세싱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49440" y="41788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HDRP Volume, 사망 시 섬광/핏빛/색수차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09360" y="4636008"/>
            <a:ext cx="5486400" cy="685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309360" y="4636008"/>
            <a:ext cx="54864" cy="6858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46520" y="46908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94F37"/>
                </a:solidFill>
              </a:rPr>
              <a:t>11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49440" y="467258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UI 시스템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49440" y="4983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자막, 크로스헤어, 산소바, 인벤토리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09360" y="5440680"/>
            <a:ext cx="5486400" cy="685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309360" y="5440680"/>
            <a:ext cx="54864" cy="6858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46520" y="549554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94F37"/>
                </a:solidFill>
              </a:rPr>
              <a:t>12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49440" y="547725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버그 수정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49440" y="57881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점프, 동시킬, 스폰 끼임 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01  초기 환경 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0E0"/>
                </a:solidFill>
              </a:rPr>
              <a:t>2026-04-26  |  hdrp 패키지 설치 · leve_design · 플레이어 집어넣기 · 임시저장 1차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94F37"/>
                </a:solidFill>
              </a:rPr>
              <a:t>HDRP 패키지 설치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83080"/>
            <a:ext cx="5394960" cy="1737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783080"/>
            <a:ext cx="54864" cy="173736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78308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Unity 프로젝트를 URP → HDRP 17.4.0 으로 전환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0312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High Definition Render Pipeline 패키지 설치 및 셋업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42316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HDRP 전용 라이팅 / 카메라 설정 초기화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74320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이후 모든 3D BackRoom 파트는 HDRP 기반으로 개발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41732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94F37"/>
                </a:solidFill>
              </a:rPr>
              <a:t>레벨 디자인 초안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783080"/>
            <a:ext cx="5394960" cy="1280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783080"/>
            <a:ext cx="54864" cy="128016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78308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BackRoom 특유의 좁고 반복적인 공간 배치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10312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열쇠가 있는 방, 탈출 문 위치 기획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42316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형광등 배치 계획 수립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70332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94F37"/>
                </a:solidFill>
              </a:rPr>
              <a:t>플레이어 씬 배치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069080"/>
            <a:ext cx="5394960" cy="1280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069080"/>
            <a:ext cx="54864" cy="128016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06908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CharacterController 기반 플레이어 프리팹 씬 배치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38912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1인칭 카메라 설정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70916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기본 이동 스크립트 초안 작성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24612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94F37"/>
                </a:solidFill>
              </a:rPr>
              <a:t>머지 충돌 해결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3611880"/>
            <a:ext cx="5394960" cy="1280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3611880"/>
            <a:ext cx="54864" cy="128016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61188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팀원과 develop 브랜치 충돌 발생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93192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Ours 전략으로 충돌 해소 (merge resolve ours)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25196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이후 3D 파트 작업 독립 진행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02  BackRoom 씬 기초 구현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0E0"/>
                </a:solidFill>
              </a:rPr>
              <a:t>2026-06-15  |  Add BackRoom scene, player, inventory, water systems and pool prefab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94F37"/>
                </a:solidFill>
              </a:rPr>
              <a:t>플레이어 컨트롤러  (BR_PlayerController)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83080"/>
            <a:ext cx="11430000" cy="1600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783080"/>
            <a:ext cx="54864" cy="16002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783080"/>
            <a:ext cx="11201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WASD 이동 + 마우스 1인칭 시점 회전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03120"/>
            <a:ext cx="11201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달리기 (Shift), 점프 (Space) — CharacterController 물리 기반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423160"/>
            <a:ext cx="11201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헤드 밥 (Head Bob) — 걷는 리듬에 따라 카메라 자연스럽게 흔들림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743200"/>
            <a:ext cx="11201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수영 모드 자동 전환 — 물 트리거 진입 시 SwimMove로 전환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5204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94F37"/>
                </a:solidFill>
              </a:rPr>
              <a:t>인벤토리  (BR_Inventory)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886200"/>
            <a:ext cx="5394960" cy="1645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886200"/>
            <a:ext cx="54864" cy="1645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88620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E키로 아이템 줍기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20624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TAB키로 인벤토리 열기/닫기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52628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우클릭 컨텍스트 메뉴 — 장착 / 드롭 선택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84632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손전등 아이템 장착 연동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5204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94F37"/>
                </a:solidFill>
              </a:rPr>
              <a:t>수중 트리거  (BR_WaterZone / BR_OceanZone)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886200"/>
            <a:ext cx="5394960" cy="1645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3886200"/>
            <a:ext cx="54864" cy="1645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388620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BR_WaterZone — 일반 수영 구역 (콜라이더 트리거)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20624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BR_OceanZone — 바다 구역 (자동 침강 + 산소 고갈)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52628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수영장 프리팹 제작 및 씬 배치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84632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플레이어 진입/이탈 이벤트 연동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03  사운드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0E0"/>
                </a:solidFill>
              </a:rPr>
              <a:t>BR_SoundManager — 씬 전체 사운드 통합 관리 (싱글톤)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2286000" cy="38404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46304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사운드 종류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417320"/>
            <a:ext cx="2560320" cy="38404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80" y="146304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재생 조건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0" y="1417320"/>
            <a:ext cx="6492240" cy="38404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7800" y="146304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구현 세부 사항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801368"/>
            <a:ext cx="228600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85623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발소리 (Footstep)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760" y="1801368"/>
            <a:ext cx="256032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97480" y="185623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걷는 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12080" y="1801368"/>
            <a:ext cx="649224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57800" y="185623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헤드밥 2보마다 1회, 여러 클립 중 랜덤 선택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185416"/>
            <a:ext cx="2286000" cy="384048"/>
          </a:xfrm>
          <a:prstGeom prst="rect">
            <a:avLst/>
          </a:prstGeom>
          <a:solidFill>
            <a:srgbClr val="1F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24028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물 진입음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1760" y="2185416"/>
            <a:ext cx="2560320" cy="384048"/>
          </a:xfrm>
          <a:prstGeom prst="rect">
            <a:avLst/>
          </a:prstGeom>
          <a:solidFill>
            <a:srgbClr val="1F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97480" y="224028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물 첫 접촉 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12080" y="2185416"/>
            <a:ext cx="6492240" cy="384048"/>
          </a:xfrm>
          <a:prstGeom prst="rect">
            <a:avLst/>
          </a:prstGeom>
          <a:solidFill>
            <a:srgbClr val="1F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57800" y="224028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1회 재생 (중복 방지 플래그)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569464"/>
            <a:ext cx="228600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262432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배경음 (BGM)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1760" y="2569464"/>
            <a:ext cx="256032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97480" y="2624328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씬 시작 ~ 씬 종료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12080" y="2569464"/>
            <a:ext cx="649224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57800" y="2624328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루프 재생, 별도 오디오 소스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2953512"/>
            <a:ext cx="2286000" cy="384048"/>
          </a:xfrm>
          <a:prstGeom prst="rect">
            <a:avLst/>
          </a:prstGeom>
          <a:solidFill>
            <a:srgbClr val="1F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300837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수중 앰비언트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51760" y="2953512"/>
            <a:ext cx="2560320" cy="384048"/>
          </a:xfrm>
          <a:prstGeom prst="rect">
            <a:avLst/>
          </a:prstGeom>
          <a:solidFill>
            <a:srgbClr val="1F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97480" y="3008376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물속 진입 시에만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12080" y="2953512"/>
            <a:ext cx="6492240" cy="384048"/>
          </a:xfrm>
          <a:prstGeom prst="rect">
            <a:avLst/>
          </a:prstGeom>
          <a:solidFill>
            <a:srgbClr val="1F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57800" y="3008376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진입/이탈 시 자동 재생/정지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337560"/>
            <a:ext cx="228600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339242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형광등 지지직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51760" y="3337560"/>
            <a:ext cx="256032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97480" y="3392424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랜덤 간격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12080" y="3337560"/>
            <a:ext cx="649224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57800" y="3392424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1~3회 연속 버스트, 코루틴 기반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3721608"/>
            <a:ext cx="2286000" cy="384048"/>
          </a:xfrm>
          <a:prstGeom prst="rect">
            <a:avLst/>
          </a:prstGeom>
          <a:solidFill>
            <a:srgbClr val="1F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377647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좀비 비명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51760" y="3721608"/>
            <a:ext cx="2560320" cy="384048"/>
          </a:xfrm>
          <a:prstGeom prst="rect">
            <a:avLst/>
          </a:prstGeom>
          <a:solidFill>
            <a:srgbClr val="1F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97480" y="377647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사망 연출 + 문 열림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12080" y="3721608"/>
            <a:ext cx="6492240" cy="384048"/>
          </a:xfrm>
          <a:prstGeom prst="rect">
            <a:avLst/>
          </a:prstGeom>
          <a:solidFill>
            <a:srgbClr val="1F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257800" y="377647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단발 재생 (사망) + 루프 재생 (추격씬)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45720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360"/>
                </a:solidFill>
              </a:rPr>
              <a:t>주요 수정 사항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956048"/>
            <a:ext cx="11430000" cy="1508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65760" y="4956048"/>
            <a:ext cx="54864" cy="150876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4956048"/>
            <a:ext cx="11201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기존에 '배경음 - 항상 재생' 으로 잘못 표기되어 있던 수중 사운드 채널 분리 및 명칭 수정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5276088"/>
            <a:ext cx="11201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BGM 전용 채널 신규 추가 — 배경음 / 수중음 / 발소리 / 비명을 각각 독립 AudioSource로 분리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5596128"/>
            <a:ext cx="11201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PlayFootstep() — 헤드밥 타이머 기반 2보마다 1회 트리거 (너무 자주 나는 문제 개선)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04  형광등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0E0"/>
                </a:solidFill>
              </a:rPr>
              <a:t>BR_FluorescentLight — 개별 깜빡임 · 전체 암전 · Point Light 페어링 · 소리 연동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11430000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54864" cy="9601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4F37"/>
                </a:solidFill>
              </a:rPr>
              <a:t>공통 기반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28800"/>
            <a:ext cx="11201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씬 내 형광등 오브젝트 자동 탐색 — 오브젝트 이름 대소문자 구분 없이 검색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48840"/>
            <a:ext cx="11201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다중 Renderer 지원 — 형광등 메시가 여러 하위 오브젝트에 분산된 경우에도 정상 동작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57860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4F37"/>
                </a:solidFill>
              </a:rPr>
              <a:t>개별 깜빡임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944368"/>
            <a:ext cx="3657600" cy="1280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944368"/>
            <a:ext cx="54864" cy="128016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94436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각 형광등마다 독립적인 랜덤 주기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26440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켜짐↔꺼짐 간격 랜덤화로 자연스러운 연출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58444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개별 코루틴으로 비동기 실행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257860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4F37"/>
                </a:solidFill>
              </a:rPr>
              <a:t>전체 암전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2944368"/>
            <a:ext cx="3657600" cy="14447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51960" y="2944368"/>
            <a:ext cx="54864" cy="144475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294436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3~5초 랜덤 간격으로 발동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26440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모든 형광등 + Point Light 동시 꺼짐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58444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일정 시간 후 전체 복구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390448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공포 연출 극대화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57860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4F37"/>
                </a:solidFill>
              </a:rPr>
              <a:t>Point Light 페어링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2944368"/>
            <a:ext cx="3657600" cy="14447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2944368"/>
            <a:ext cx="54864" cy="144475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294436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형광등 오브젝트 하위 자식 자동 탐색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326440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Point Light 컴포넌트 있으면 자동 연동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358444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깜빡임/암전 시 함께 제어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390448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씬에서 별도 설정 불필요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45720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형광등 지지직 사운드 연동 — BR_SoundManager 통해 랜덤 간격으로 지지직 사운드 1~3회 연속 재생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05  몬스터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0E0"/>
                </a:solidFill>
              </a:rPr>
              <a:t>BR_Monster — NavMeshAgent 기반 추격 · 시야 감지 · 문 열림 후 전방위 추격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4F37"/>
                </a:solidFill>
              </a:rPr>
              <a:t>NavMesh 추격 AI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83080"/>
            <a:ext cx="3749039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783080"/>
            <a:ext cx="54864" cy="20116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783080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NavMeshAgent 자동 경로 탐색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03120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chaseRange — 추격 시작 범위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423160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detectionRange — 시야 감지 범위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743200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killDistance — 플레이어 사망 거리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063240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설정값 Inspector에서 조절 가능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141732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4F37"/>
                </a:solidFill>
              </a:rPr>
              <a:t>시야 감지 시스템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783080"/>
            <a:ext cx="3749039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783080"/>
            <a:ext cx="54864" cy="20116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1783080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플레이어가 몬스터를 바라보면 동결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103120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3개 체크포인트 (발·허리·머리)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423160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Viewport 좌표로 화면 내 감지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743200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RaycastAll로 벽 관통 방지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063240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hit 오브젝트 필터 (플레이어/몬스터 제외)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14173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4F37"/>
                </a:solidFill>
              </a:rPr>
              <a:t>문 열림 후 추격씬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1783080"/>
            <a:ext cx="3657600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1783080"/>
            <a:ext cx="54864" cy="20116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178308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BR_Monster.alwaysChase = true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210312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시야 감지 완전 해제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242316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모든 몬스터 즉시 추격 시작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274320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새 스폰 몬스터도 동일 상태 유지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306324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(Start() 에서 리셋 방지 처리)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3977639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360"/>
                </a:solidFill>
              </a:rPr>
              <a:t>난이도 조절  (PlayerPrefs 기반)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370832"/>
            <a:ext cx="1143000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4370832"/>
            <a:ext cx="54864" cy="13716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370832"/>
            <a:ext cx="11201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첫 플레이: 몬스터 이동속도 15  →  매우 빠름, 플레이어가 한 번은 죽게 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690872"/>
            <a:ext cx="11201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사망 후 재시작: 몬스터 이동속도 4  →  PlayerPrefs.SetInt("BR_HasDied", 1) 로 영구 기록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5010912"/>
            <a:ext cx="11201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씬 재시작 후에도 값이 유지되어 자동으로 난이도 감소 적용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06 · 07  몬스터 스폰  /  문 · 탈출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0E0"/>
                </a:solidFill>
              </a:rPr>
              <a:t>BR_MonsterSpawner  /  BR_Door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94F37"/>
                </a:solidFill>
              </a:rPr>
              <a:t>몬스터 스폰  (BR_MonsterSpawner)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83080"/>
            <a:ext cx="5486400" cy="2651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783080"/>
            <a:ext cx="54864" cy="265176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78308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NavMesh 위 랜덤 위치 선택 후 스폰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0312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플레이어와 최소 이격 거리 보장 (너무 가까이 스폰 방지)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42316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물속 스폰 방지 — IsInWater() 체크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74320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좁은 공간 끼임 방지 — Physics.CheckCapsule() 로 스폰 전 공간 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06324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   · └ 캡슐 반경 0.4m, 높이 1.8m 기준으로 장애물 체크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38328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Activate() — 문 열릴 때 대량 추가 스폰 트리거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70332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게임 시작 시 기본 스폰 유지 + 문 열림 시 추가 스폰 분리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4173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94F37"/>
                </a:solidFill>
              </a:rPr>
              <a:t>문 / 탈출 시스템  (BR_Door)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783080"/>
            <a:ext cx="5486400" cy="3200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1783080"/>
            <a:ext cx="54864" cy="32004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178308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열쇠 아이템 보유 시에만 열 수 있는 잠긴 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10312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열릴 때 슬라이드 애니메이션 재생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42316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   · └ 방향: Up / Down / Left / Right / Custom 설정 가능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74320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   · └ 슬라이드 거리 자동 계산 또는 수동 설정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06324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탈출 문 (isExitDoor) — 열리면 다음 씬으로 전환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38328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문 열림 이벤트 시 연쇄 트리거: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70332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   · └ 몬스터 대량 추가 스폰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02336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   · └ alwaysChase = true (전방위 추격)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34340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   · └ 좀비 비명 루프 재생 시작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08  수중 / 바다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0E0"/>
                </a:solidFill>
              </a:rPr>
              <a:t>수영 · 침강 · 산소 · 언더워터 이펙트 · UI 산소바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11430000" cy="71323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54864" cy="71323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수영 모드 자동 전환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6002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물 트리거 진입 시 SwimMove 로 자동 전환, 이탈 시 GroundMove 복귀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40280"/>
            <a:ext cx="11430000" cy="71323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240280"/>
            <a:ext cx="54864" cy="71323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286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자동 침강 (sinkSpeed)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423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바다(OceanZone) 에서 가만히 있으면 아래로 서서히 가라앉음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063240"/>
            <a:ext cx="11430000" cy="71323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063240"/>
            <a:ext cx="54864" cy="71323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1089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산소 시스템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2461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잠수 시 산소 감소, 수면 복귀 시 회복 — 고갈 시 씬 재시작 (사망 처리)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886200"/>
            <a:ext cx="11430000" cy="71323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886200"/>
            <a:ext cx="54864" cy="71323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931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언더워터 이펙트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40690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물속 진입 시 수중 앰비언트 사운드 자동 재생 / 이탈 시 정지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709160"/>
            <a:ext cx="11430000" cy="71323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709160"/>
            <a:ext cx="54864" cy="71323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7548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UI 산소바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48920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잠수 시에만 화면 하단에 O2 퍼센트 표시, 평소에는 숨김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532120"/>
            <a:ext cx="11430000" cy="71323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5532120"/>
            <a:ext cx="54864" cy="71323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5778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지상 점프 복구 (수정)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57150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물 트리거 안이라도 바닥에 서 있으면 정상 점프 가능하도록 버그 수정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09  죽음 연출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0E0"/>
                </a:solidFill>
              </a:rPr>
              <a:t>BR_Monster.KillPlayer() — 3단계 카메라 연출 + 슬로우모션 + 비명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749039" cy="4480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3749039" cy="502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4630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Phase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5361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</a:rPr>
              <a:t>0.2초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1168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▸ 타임스케일 0.15× 슬로우모션 적용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414016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▸ 카메라 제자리에서 폭발적 흔들림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816352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▸ 흔들림 강도: shakeIntensity × 2.4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18688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▸ 회전 ±90° 격렬한 진동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21024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▸ → 순간 충격감 연출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417320"/>
            <a:ext cx="3749039" cy="4480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417320"/>
            <a:ext cx="3749039" cy="502920"/>
          </a:xfrm>
          <a:prstGeom prst="rect">
            <a:avLst/>
          </a:prstGeom>
          <a:solidFill>
            <a:srgbClr val="F7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07408" y="14630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Phase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15361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</a:rPr>
              <a:t>0.4초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01168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▸ 타임스케일 1.0 복원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414016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▸ 카메라가 몬스터 얼굴로 빠르게 돌진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2816352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▸ EaseIn 이징 (t^0.45) — 끝에 빠르게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218688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▸ 강한 흔들림 함께 적용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621024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▸ 방향: 플레이어→머리 벡터 계산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1417320"/>
            <a:ext cx="3749039" cy="4480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1417320"/>
            <a:ext cx="3749039" cy="5029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9328" y="14630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15361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</a:rPr>
              <a:t>1.2초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201168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▸ 몬스터 얼굴 클로즈업 유지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2414016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▸ 흔들림 서서히 감쇠 (Pow 1.5 커브)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2816352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▸ 좀비 비명 사운드 재생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3218688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▸ 포스트 프로세싱 효과 지속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3621024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▸ → 씬 재시작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0350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D360"/>
                </a:solidFill>
              </a:rPr>
              <a:t>카메라 방향 계산 핵심:  headPos - camDir × closeupDistance  →  항상 몬스터 얼굴이 정면에 보이도록 벡터 기반 배치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10  HDRP 포스트 프로세싱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0E0"/>
                </a:solidFill>
              </a:rPr>
              <a:t>BR_PostProcessing — 평소 비활성 / 사망 시에만 발동 (HDRP Volume 동적 생성)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360"/>
                </a:solidFill>
              </a:rPr>
              <a:t>설계 원칙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83080"/>
            <a:ext cx="11430000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783080"/>
            <a:ext cx="54864" cy="1188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783080"/>
            <a:ext cx="11201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평소에는 포스트 프로세싱 완전 비활성 — 화면 그대로 유지 (너무 어두운 문제 해결)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03120"/>
            <a:ext cx="11201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HDRP Volume을 코드로 런타임 동적 생성 — 씬에 컴포넌트 배치 불필요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423160"/>
            <a:ext cx="11201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▸ TriggerDeathEffect() 호출 시에만 아래 3단계 효과 순서대로 발동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154680"/>
            <a:ext cx="3749039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154680"/>
            <a:ext cx="3749039" cy="7315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326440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0단계  0.05초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353872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흰 섬광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3977640"/>
            <a:ext cx="3520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postExposure +2.8
화면이 순간 하얗게 번쩍임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3154680"/>
            <a:ext cx="3749039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3154680"/>
            <a:ext cx="3749039" cy="7315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07408" y="326440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1단계  0.25초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353872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핏빛 전환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7408" y="3977640"/>
            <a:ext cx="3520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흰색 → 붉은 색 필터
Lens Distortion 점점 강해짐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3154680"/>
            <a:ext cx="3749039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3154680"/>
            <a:ext cx="3749039" cy="7315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9328" y="326440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2단계  1.5초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353872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효과 감쇠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3977640"/>
            <a:ext cx="3520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ChromaticAberration 서서히 감소
Lens Distortion 0으로 복귀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0350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D360"/>
                </a:solidFill>
              </a:rPr>
              <a:t>적용 효과 목록:  Vignette(비활성)  /  ColorAdjustments  /  ChromaticAberration  /  LensDistortion  /  FilmGrain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11  UI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0E0"/>
                </a:solidFill>
              </a:rPr>
              <a:t>BR_UIManager — IMGUI 기반 (Canvas 없음) · 크로스헤어 · 프롬프트 · 자막 · 산소바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1143000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54864" cy="65836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7218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크로스헤어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58191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항상 표시, 화면 정중앙에 + 모양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194560"/>
            <a:ext cx="1143000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54864" cy="65836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24942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상호작용 프롬프트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359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아이템/문 근처에서 [E] 줍기 · [잠김] · [열려있음] 등 표시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971800"/>
            <a:ext cx="1143000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971800"/>
            <a:ext cx="54864" cy="65836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02666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인벤토리 (TAB)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313639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보유 아이템 목록, 우클릭 컨텍스트 메뉴 (장착/드롭/취소)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749040"/>
            <a:ext cx="1143000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749040"/>
            <a:ext cx="54864" cy="65836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80390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산소바 (O2)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391363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잠수 시에만 화면 하단 표시, 평소 완전 숨김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526280"/>
            <a:ext cx="1143000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526280"/>
            <a:ext cx="54864" cy="65836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58114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시작 자막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469087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씬 시작 시 "열쇠를 찾아 비밀문을 열고 탈출하세요." 페이드인/아웃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303520"/>
            <a:ext cx="1143000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5303520"/>
            <a:ext cx="54864" cy="65836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35838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손전등 장착 표시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546811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E0"/>
                </a:solidFill>
              </a:rPr>
              <a:t>손전등 장착 상태 인벤토리에 강조 표시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08076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D360"/>
                </a:solidFill>
              </a:rPr>
              <a:t>시작 자막 애니메이션:  페이드인 0.8초 → 유지 4초 → 페이드아웃 0.8초  /  ShowSubtitle(string) 으로 커스텀 자막도 표시 가능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12  버그 수정 내역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0E0"/>
                </a:solidFill>
              </a:rPr>
              <a:t>개발 과정에서 발생한 주요 버그와 해결 방법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2926080" cy="38404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463040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버그 증상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417320"/>
            <a:ext cx="4114800" cy="38404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463040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원인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417320"/>
            <a:ext cx="4572000" cy="38404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1463040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해결 방법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801368"/>
            <a:ext cx="292608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856232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점프가 가끔 안 먹힘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1801368"/>
            <a:ext cx="411480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1856232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cc.isGrounded를 cc.Move() 이후에 체크 — 값이 달라짐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1801368"/>
            <a:ext cx="457200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1856232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프레임 시작 시 bool grounded = cc.isGrounded 미리 캐싱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185416"/>
            <a:ext cx="2926080" cy="384048"/>
          </a:xfrm>
          <a:prstGeom prst="rect">
            <a:avLst/>
          </a:prstGeom>
          <a:solidFill>
            <a:srgbClr val="1F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240280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몬스터 여러 마리 동시 죽음 연출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2185416"/>
            <a:ext cx="4114800" cy="384048"/>
          </a:xfrm>
          <a:prstGeom prst="rect">
            <a:avLst/>
          </a:prstGeom>
          <a:solidFill>
            <a:srgbClr val="1F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37560" y="2240280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킬 거리 내에 여러 몬스터가 동시에 진입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2185416"/>
            <a:ext cx="4572000" cy="384048"/>
          </a:xfrm>
          <a:prstGeom prst="rect">
            <a:avLst/>
          </a:prstGeom>
          <a:solidFill>
            <a:srgbClr val="1F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2240280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static bool anyKilling 플래그로 첫 번째만 실행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569464"/>
            <a:ext cx="292608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2624328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문 연 후 새 몬스터가 다시 얌전해짐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91840" y="2569464"/>
            <a:ext cx="411480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37560" y="2624328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새 몬스터 Start()에서 alwaysChase = false 리셋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0" y="2569464"/>
            <a:ext cx="457200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52360" y="2624328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alwaysChase 초기화 코드 제거, anyKilling만 리셋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2953512"/>
            <a:ext cx="2926080" cy="384048"/>
          </a:xfrm>
          <a:prstGeom prst="rect">
            <a:avLst/>
          </a:prstGeom>
          <a:solidFill>
            <a:srgbClr val="1F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3008376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물속에 몬스터 스폰됨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91840" y="2953512"/>
            <a:ext cx="4114800" cy="384048"/>
          </a:xfrm>
          <a:prstGeom prst="rect">
            <a:avLst/>
          </a:prstGeom>
          <a:solidFill>
            <a:srgbClr val="1F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37560" y="3008376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스폰 위치에 물속 여부 체크 없음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06640" y="2953512"/>
            <a:ext cx="4572000" cy="384048"/>
          </a:xfrm>
          <a:prstGeom prst="rect">
            <a:avLst/>
          </a:prstGeom>
          <a:solidFill>
            <a:srgbClr val="1F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52360" y="3008376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IsInWater() 체크 추가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337560"/>
            <a:ext cx="292608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3392424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좁은 공간에서 몬스터 끼임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91840" y="3337560"/>
            <a:ext cx="411480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37560" y="3392424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스폰 위치에 공간 체크 없음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06640" y="3337560"/>
            <a:ext cx="457200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52360" y="3392424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Physics.CheckCapsule() 로 스폰 전 공간 사전 확인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3721608"/>
            <a:ext cx="2926080" cy="384048"/>
          </a:xfrm>
          <a:prstGeom prst="rect">
            <a:avLst/>
          </a:prstGeom>
          <a:solidFill>
            <a:srgbClr val="1F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3776472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죽음 연출 시 몬스터 얼굴 안 보임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91840" y="3721608"/>
            <a:ext cx="4114800" cy="384048"/>
          </a:xfrm>
          <a:prstGeom prst="rect">
            <a:avLst/>
          </a:prstGeom>
          <a:solidFill>
            <a:srgbClr val="1F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37560" y="3776472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transform.forward 가 실제 시선과 달랐음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06640" y="3721608"/>
            <a:ext cx="4572000" cy="384048"/>
          </a:xfrm>
          <a:prstGeom prst="rect">
            <a:avLst/>
          </a:prstGeom>
          <a:solidFill>
            <a:srgbClr val="1F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52360" y="3776472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카메라→머리 벡터 직접 계산하여 방향 결정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4105656"/>
            <a:ext cx="292608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4160520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지상 점프가 물 트리거 안에서 안 먹힘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91840" y="4105656"/>
            <a:ext cx="411480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37560" y="4160520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트리거 진입 시 수영 모드로 전환되며 점프 불가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06640" y="4105656"/>
            <a:ext cx="457200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52360" y="4160520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isGrounded 시 GroundMove 강제 적용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개발 타임라인  /  주요 스크립트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0E0"/>
                </a:solidFill>
              </a:rPr>
              <a:t>전체 작업 흐름 요약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11430000" cy="685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54864" cy="6858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7218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94F37"/>
                </a:solidFill>
              </a:rPr>
              <a:t>2026-04-26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45389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환경 설정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600200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HDRP 패키지 설치, 레벨 디자인 초안, 플레이어 씬 배치, 머지 충돌 해결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221992"/>
            <a:ext cx="11430000" cy="685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221992"/>
            <a:ext cx="54864" cy="6858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27685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94F37"/>
                </a:solidFill>
              </a:rPr>
              <a:t>2026-06-15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22585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씬 기초 구현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404872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BackRoom 씬 구성, 플레이어 컨트롤러, 인벤토리, 수중 트리거, 수영장 프리팹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026664"/>
            <a:ext cx="11430000" cy="685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026664"/>
            <a:ext cx="54864" cy="6858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081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94F37"/>
                </a:solidFill>
              </a:rPr>
              <a:t>2026-06-21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3063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핵심 기능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3209544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사운드·형광등·몬스터AI·스폰·수중바다·문탈출·죽음연출·점프버그 수정 (14커밋)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831336"/>
            <a:ext cx="11430000" cy="685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831336"/>
            <a:ext cx="54864" cy="6858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8862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94F37"/>
                </a:solidFill>
              </a:rPr>
              <a:t>2026-06-22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38679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완성도 향상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4014216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HDRP 포스트 프로세싱, 시작 자막, 난이도 조절, 스폰 끼임 방지, 손전등 (6커밋)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8006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360"/>
                </a:solidFill>
              </a:rPr>
              <a:t>작성 스크립트 목록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1663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BR_PlayerController    BR_Monster    BR_MonsterSpawner    BR_Door    BR_Inventory    BR_UIManager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55321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E0"/>
                </a:solidFill>
              </a:rPr>
              <a:t>BR_SoundManager    BR_PostProcessing    BR_FlashlightController    BR_FluorescentLight    BR_WaterZone / BR_OceanZone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0350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총  29개  커밋  (GODOFPINGU)  —  3D BackRoom 파트 전체 기획 · 구현 · 버그수정 담당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